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575B"/>
    <a:srgbClr val="F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D777F0-18EF-4DC1-BB97-E3A003327418}" v="195" dt="2026-03-06T06:54:24.9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966A8-D294-1024-3B1A-B0E3802972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5DD4F-BA11-6F73-FA29-0C0F8EAEA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824B17-FCB9-9C31-2A1D-15B59093E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383A-82F3-48E7-BF26-DEF37334C3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86C2D-FB55-3F43-343A-C86C9C101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B003D5-C5F0-88AC-2337-A3B3D22F8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CBC3-1929-4ACC-9287-7ADCC96E0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207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60202-A260-B228-8FEC-B378B36F4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2C620-2A71-A4D2-40C4-62F8D6AA79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4AA8E6-955C-D77F-188E-6268A4650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383A-82F3-48E7-BF26-DEF37334C3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4DF15-3535-D7D0-0E48-73FCF9627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94D656-D9D3-B3E7-52B2-0D6AFE6C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CBC3-1929-4ACC-9287-7ADCC96E0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08254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4F560E-F2C5-E89C-EF95-359CF7F93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094D14-E556-207F-AB2C-B8EE279B9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4CC40-9F51-D11D-BA0E-F03AC027B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383A-82F3-48E7-BF26-DEF37334C3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47151-6E7B-C199-071A-1986BCD62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9AFBF-6B80-7C3A-14E8-AA10EC6DF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CBC3-1929-4ACC-9287-7ADCC96E0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3625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6B369-BEFB-F2F8-2A40-728DFBB28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B5A6B-FC3A-C9D8-DDE8-BFA423CBFC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20BEF1-610B-4FC7-9605-180B2CB053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3D91D-CB92-9083-AF74-973560DCC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383A-82F3-48E7-BF26-DEF37334C3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8DF796-6AF1-A853-10D1-04BF3E534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0F155D-8E50-0A45-A455-36750FBE8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CBC3-1929-4ACC-9287-7ADCC96E0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643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75614-FBA6-EAD5-B50A-B2AE301CC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2BBA2-9EAD-CFA3-A775-81951889B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4F202D-4416-9FBD-6E8A-BC279FBFA6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093760-C93B-4DBD-5837-0DDBD05CE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E7CCAF-C543-C5CE-551B-AF25EC67A0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EE93EC-5401-F6CC-269F-D3EFA9899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383A-82F3-48E7-BF26-DEF37334C3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B9D1B-6892-5809-BDAD-2E015CEAA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652086-F722-8952-E88B-497D4EBF0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CBC3-1929-4ACC-9287-7ADCC96E0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76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81F99-D9CA-7D8E-B898-01288EA0D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7CBE27-CA18-B30C-5616-7BF0212C8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383A-82F3-48E7-BF26-DEF37334C3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A6D40-FECB-D2A5-A2EB-9EFAB0DCE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9A0C5-BC1F-A734-1CFC-F8D9A100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CBC3-1929-4ACC-9287-7ADCC96E0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6606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3CBACA-0882-0DA7-E4CA-F17249733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383A-82F3-48E7-BF26-DEF37334C3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001E5-3322-55B8-E89A-28C2C8832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F4EC92-852F-9366-20E6-A9B70523D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CBC3-1929-4ACC-9287-7ADCC96E0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3924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6A4A5-4E5C-B546-E297-D5C8857DC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45729-5C8E-608D-AF4B-DA60BB953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D6681-62EB-1C0F-2DA2-5149AEAF0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54E53-5AC8-7C27-EB56-925246743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383A-82F3-48E7-BF26-DEF37334C3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A73EF5-95AB-DE3A-39E4-A785493DA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A2B5C7-109C-C1BE-01D7-EF44C5499D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CBC3-1929-4ACC-9287-7ADCC96E0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110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B8288-573D-DCC2-45E1-02C542871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95D938-F67F-43D3-11CF-D13B443DE8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FBD2AA-9B0F-46DE-939A-E94B425009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321948-AA3B-3C84-F2A7-8E5905795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383A-82F3-48E7-BF26-DEF37334C3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A8834-79D5-5D60-0DF3-3FEBD5C3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549D9-CDEA-2317-A079-188719C42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CBC3-1929-4ACC-9287-7ADCC96E0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640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378CF-F44A-9CF4-A5BA-AEB151291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FF91F-D427-0AF0-8DCC-D6BFCF43C5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B4739-0732-9285-0BEE-641A74CDC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383A-82F3-48E7-BF26-DEF37334C3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996B2-4DFD-6E57-23F1-09D39ED3D6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2AB83-E4A0-286E-4272-22B4E8C63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CBC3-1929-4ACC-9287-7ADCC96E0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7517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8C05D4-1611-B944-7FC1-3193E51364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BA4DB2-7929-3455-5F50-9BEA5844C6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3D4D7B-A675-73C5-EA88-1996C28C2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E383A-82F3-48E7-BF26-DEF37334C3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FEB03A-7EEB-4EF7-9756-D04710CC5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9DD31D-8E2F-5266-4E87-A58308BBB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C8CBC3-1929-4ACC-9287-7ADCC96E0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47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4259B0-7E6F-1CA0-F4A9-C8E93C956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DB6DB-43EE-5711-44DB-3449BA062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F394D7-77B1-1275-F9C6-D1128D9269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6E383A-82F3-48E7-BF26-DEF37334C3B0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92FB86-E7FA-DF7A-2BC0-B142563602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8F28BC-7D40-4E32-EB48-B7C959BD2C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C8CBC3-1929-4ACC-9287-7ADCC96E0C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443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3;g262c7b5cacb_0_137">
            <a:extLst>
              <a:ext uri="{FF2B5EF4-FFF2-40B4-BE49-F238E27FC236}">
                <a16:creationId xmlns:a16="http://schemas.microsoft.com/office/drawing/2014/main" id="{EE777919-7C56-8A06-B97C-CCD5B024DE1D}"/>
              </a:ext>
            </a:extLst>
          </p:cNvPr>
          <p:cNvSpPr/>
          <p:nvPr/>
        </p:nvSpPr>
        <p:spPr>
          <a:xfrm>
            <a:off x="565" y="318"/>
            <a:ext cx="12190871" cy="6857365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067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84;g262c7b5cacb_0_137">
            <a:extLst>
              <a:ext uri="{FF2B5EF4-FFF2-40B4-BE49-F238E27FC236}">
                <a16:creationId xmlns:a16="http://schemas.microsoft.com/office/drawing/2014/main" id="{FB8289BD-C25E-2C31-E8B2-5D2ADA214C6C}"/>
              </a:ext>
            </a:extLst>
          </p:cNvPr>
          <p:cNvSpPr/>
          <p:nvPr/>
        </p:nvSpPr>
        <p:spPr>
          <a:xfrm>
            <a:off x="6488012" y="208196"/>
            <a:ext cx="5703472" cy="664898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85;g262c7b5cacb_0_137">
            <a:extLst>
              <a:ext uri="{FF2B5EF4-FFF2-40B4-BE49-F238E27FC236}">
                <a16:creationId xmlns:a16="http://schemas.microsoft.com/office/drawing/2014/main" id="{B7666D42-13CE-2A70-6B4C-61B126AF74FD}"/>
              </a:ext>
            </a:extLst>
          </p:cNvPr>
          <p:cNvSpPr/>
          <p:nvPr/>
        </p:nvSpPr>
        <p:spPr>
          <a:xfrm>
            <a:off x="10887831" y="498699"/>
            <a:ext cx="1304280" cy="6361539"/>
          </a:xfrm>
          <a:custGeom>
            <a:avLst/>
            <a:gdLst/>
            <a:ahLst/>
            <a:cxnLst/>
            <a:rect l="l" t="t" r="r" b="b"/>
            <a:pathLst>
              <a:path w="2150109" h="10487025" extrusionOk="0">
                <a:moveTo>
                  <a:pt x="614504" y="0"/>
                </a:moveTo>
                <a:lnTo>
                  <a:pt x="0" y="3483485"/>
                </a:lnTo>
                <a:lnTo>
                  <a:pt x="47228" y="3492315"/>
                </a:lnTo>
                <a:lnTo>
                  <a:pt x="94083" y="3502183"/>
                </a:lnTo>
                <a:lnTo>
                  <a:pt x="140554" y="3513075"/>
                </a:lnTo>
                <a:lnTo>
                  <a:pt x="186628" y="3524981"/>
                </a:lnTo>
                <a:lnTo>
                  <a:pt x="232292" y="3537887"/>
                </a:lnTo>
                <a:lnTo>
                  <a:pt x="277533" y="3551781"/>
                </a:lnTo>
                <a:lnTo>
                  <a:pt x="322340" y="3566651"/>
                </a:lnTo>
                <a:lnTo>
                  <a:pt x="366700" y="3582484"/>
                </a:lnTo>
                <a:lnTo>
                  <a:pt x="410600" y="3599268"/>
                </a:lnTo>
                <a:lnTo>
                  <a:pt x="454028" y="3616989"/>
                </a:lnTo>
                <a:lnTo>
                  <a:pt x="496971" y="3635637"/>
                </a:lnTo>
                <a:lnTo>
                  <a:pt x="539418" y="3655198"/>
                </a:lnTo>
                <a:lnTo>
                  <a:pt x="581355" y="3675660"/>
                </a:lnTo>
                <a:lnTo>
                  <a:pt x="622769" y="3697011"/>
                </a:lnTo>
                <a:lnTo>
                  <a:pt x="663650" y="3719238"/>
                </a:lnTo>
                <a:lnTo>
                  <a:pt x="703984" y="3742329"/>
                </a:lnTo>
                <a:lnTo>
                  <a:pt x="743758" y="3766271"/>
                </a:lnTo>
                <a:lnTo>
                  <a:pt x="782960" y="3791052"/>
                </a:lnTo>
                <a:lnTo>
                  <a:pt x="821579" y="3816659"/>
                </a:lnTo>
                <a:lnTo>
                  <a:pt x="859600" y="3843080"/>
                </a:lnTo>
                <a:lnTo>
                  <a:pt x="897012" y="3870303"/>
                </a:lnTo>
                <a:lnTo>
                  <a:pt x="933803" y="3898315"/>
                </a:lnTo>
                <a:lnTo>
                  <a:pt x="969959" y="3927104"/>
                </a:lnTo>
                <a:lnTo>
                  <a:pt x="1005469" y="3956657"/>
                </a:lnTo>
                <a:lnTo>
                  <a:pt x="1040320" y="3986962"/>
                </a:lnTo>
                <a:lnTo>
                  <a:pt x="1074499" y="4018007"/>
                </a:lnTo>
                <a:lnTo>
                  <a:pt x="1107995" y="4049779"/>
                </a:lnTo>
                <a:lnTo>
                  <a:pt x="1140793" y="4082265"/>
                </a:lnTo>
                <a:lnTo>
                  <a:pt x="1172883" y="4115453"/>
                </a:lnTo>
                <a:lnTo>
                  <a:pt x="1204252" y="4149331"/>
                </a:lnTo>
                <a:lnTo>
                  <a:pt x="1234887" y="4183887"/>
                </a:lnTo>
                <a:lnTo>
                  <a:pt x="1264775" y="4219107"/>
                </a:lnTo>
                <a:lnTo>
                  <a:pt x="1293905" y="4254980"/>
                </a:lnTo>
                <a:lnTo>
                  <a:pt x="1322263" y="4291493"/>
                </a:lnTo>
                <a:lnTo>
                  <a:pt x="1349838" y="4328634"/>
                </a:lnTo>
                <a:lnTo>
                  <a:pt x="1376616" y="4366390"/>
                </a:lnTo>
                <a:lnTo>
                  <a:pt x="1402586" y="4404748"/>
                </a:lnTo>
                <a:lnTo>
                  <a:pt x="1427735" y="4443697"/>
                </a:lnTo>
                <a:lnTo>
                  <a:pt x="1452050" y="4483224"/>
                </a:lnTo>
                <a:lnTo>
                  <a:pt x="1475519" y="4523316"/>
                </a:lnTo>
                <a:lnTo>
                  <a:pt x="1498130" y="4563962"/>
                </a:lnTo>
                <a:lnTo>
                  <a:pt x="1519869" y="4605148"/>
                </a:lnTo>
                <a:lnTo>
                  <a:pt x="1540726" y="4646862"/>
                </a:lnTo>
                <a:lnTo>
                  <a:pt x="1560686" y="4689092"/>
                </a:lnTo>
                <a:lnTo>
                  <a:pt x="1579738" y="4731826"/>
                </a:lnTo>
                <a:lnTo>
                  <a:pt x="1597870" y="4775050"/>
                </a:lnTo>
                <a:lnTo>
                  <a:pt x="1615068" y="4818753"/>
                </a:lnTo>
                <a:lnTo>
                  <a:pt x="1631320" y="4862922"/>
                </a:lnTo>
                <a:lnTo>
                  <a:pt x="1646614" y="4907545"/>
                </a:lnTo>
                <a:lnTo>
                  <a:pt x="1660937" y="4952609"/>
                </a:lnTo>
                <a:lnTo>
                  <a:pt x="1674278" y="4998102"/>
                </a:lnTo>
                <a:lnTo>
                  <a:pt x="1686622" y="5044011"/>
                </a:lnTo>
                <a:lnTo>
                  <a:pt x="1697959" y="5090324"/>
                </a:lnTo>
                <a:lnTo>
                  <a:pt x="1708275" y="5137029"/>
                </a:lnTo>
                <a:lnTo>
                  <a:pt x="1717558" y="5184113"/>
                </a:lnTo>
                <a:lnTo>
                  <a:pt x="1725796" y="5231563"/>
                </a:lnTo>
                <a:lnTo>
                  <a:pt x="1732976" y="5279368"/>
                </a:lnTo>
                <a:lnTo>
                  <a:pt x="1739085" y="5327514"/>
                </a:lnTo>
                <a:lnTo>
                  <a:pt x="1744111" y="5375990"/>
                </a:lnTo>
                <a:lnTo>
                  <a:pt x="1748043" y="5424783"/>
                </a:lnTo>
                <a:lnTo>
                  <a:pt x="1750866" y="5473881"/>
                </a:lnTo>
                <a:lnTo>
                  <a:pt x="1752569" y="5523270"/>
                </a:lnTo>
                <a:lnTo>
                  <a:pt x="1753140" y="5572940"/>
                </a:lnTo>
                <a:lnTo>
                  <a:pt x="1752569" y="5622610"/>
                </a:lnTo>
                <a:lnTo>
                  <a:pt x="1750866" y="5672000"/>
                </a:lnTo>
                <a:lnTo>
                  <a:pt x="1748043" y="5721098"/>
                </a:lnTo>
                <a:lnTo>
                  <a:pt x="1744111" y="5769891"/>
                </a:lnTo>
                <a:lnTo>
                  <a:pt x="1739085" y="5818367"/>
                </a:lnTo>
                <a:lnTo>
                  <a:pt x="1732976" y="5866514"/>
                </a:lnTo>
                <a:lnTo>
                  <a:pt x="1725796" y="5914319"/>
                </a:lnTo>
                <a:lnTo>
                  <a:pt x="1717558" y="5961770"/>
                </a:lnTo>
                <a:lnTo>
                  <a:pt x="1708275" y="6008854"/>
                </a:lnTo>
                <a:lnTo>
                  <a:pt x="1697959" y="6055559"/>
                </a:lnTo>
                <a:lnTo>
                  <a:pt x="1686622" y="6101872"/>
                </a:lnTo>
                <a:lnTo>
                  <a:pt x="1674278" y="6147781"/>
                </a:lnTo>
                <a:lnTo>
                  <a:pt x="1660937" y="6193274"/>
                </a:lnTo>
                <a:lnTo>
                  <a:pt x="1646614" y="6238339"/>
                </a:lnTo>
                <a:lnTo>
                  <a:pt x="1631320" y="6282961"/>
                </a:lnTo>
                <a:lnTo>
                  <a:pt x="1615068" y="6327131"/>
                </a:lnTo>
                <a:lnTo>
                  <a:pt x="1597870" y="6370834"/>
                </a:lnTo>
                <a:lnTo>
                  <a:pt x="1579738" y="6414058"/>
                </a:lnTo>
                <a:lnTo>
                  <a:pt x="1560686" y="6456792"/>
                </a:lnTo>
                <a:lnTo>
                  <a:pt x="1540726" y="6499022"/>
                </a:lnTo>
                <a:lnTo>
                  <a:pt x="1519869" y="6540736"/>
                </a:lnTo>
                <a:lnTo>
                  <a:pt x="1498130" y="6581922"/>
                </a:lnTo>
                <a:lnTo>
                  <a:pt x="1475519" y="6622568"/>
                </a:lnTo>
                <a:lnTo>
                  <a:pt x="1452050" y="6662660"/>
                </a:lnTo>
                <a:lnTo>
                  <a:pt x="1427735" y="6702187"/>
                </a:lnTo>
                <a:lnTo>
                  <a:pt x="1402586" y="6741136"/>
                </a:lnTo>
                <a:lnTo>
                  <a:pt x="1376616" y="6779494"/>
                </a:lnTo>
                <a:lnTo>
                  <a:pt x="1349838" y="6817250"/>
                </a:lnTo>
                <a:lnTo>
                  <a:pt x="1322263" y="6854391"/>
                </a:lnTo>
                <a:lnTo>
                  <a:pt x="1293905" y="6890903"/>
                </a:lnTo>
                <a:lnTo>
                  <a:pt x="1264775" y="6926776"/>
                </a:lnTo>
                <a:lnTo>
                  <a:pt x="1234887" y="6961996"/>
                </a:lnTo>
                <a:lnTo>
                  <a:pt x="1204252" y="6996552"/>
                </a:lnTo>
                <a:lnTo>
                  <a:pt x="1172883" y="7030430"/>
                </a:lnTo>
                <a:lnTo>
                  <a:pt x="1140793" y="7063618"/>
                </a:lnTo>
                <a:lnTo>
                  <a:pt x="1107995" y="7096104"/>
                </a:lnTo>
                <a:lnTo>
                  <a:pt x="1074499" y="7127876"/>
                </a:lnTo>
                <a:lnTo>
                  <a:pt x="1040320" y="7158920"/>
                </a:lnTo>
                <a:lnTo>
                  <a:pt x="1005469" y="7189225"/>
                </a:lnTo>
                <a:lnTo>
                  <a:pt x="969959" y="7218778"/>
                </a:lnTo>
                <a:lnTo>
                  <a:pt x="933803" y="7247567"/>
                </a:lnTo>
                <a:lnTo>
                  <a:pt x="897012" y="7275579"/>
                </a:lnTo>
                <a:lnTo>
                  <a:pt x="859600" y="7302801"/>
                </a:lnTo>
                <a:lnTo>
                  <a:pt x="821579" y="7329223"/>
                </a:lnTo>
                <a:lnTo>
                  <a:pt x="782960" y="7354830"/>
                </a:lnTo>
                <a:lnTo>
                  <a:pt x="743758" y="7379610"/>
                </a:lnTo>
                <a:lnTo>
                  <a:pt x="703984" y="7403552"/>
                </a:lnTo>
                <a:lnTo>
                  <a:pt x="663650" y="7426643"/>
                </a:lnTo>
                <a:lnTo>
                  <a:pt x="622769" y="7448869"/>
                </a:lnTo>
                <a:lnTo>
                  <a:pt x="581355" y="7470220"/>
                </a:lnTo>
                <a:lnTo>
                  <a:pt x="539418" y="7490682"/>
                </a:lnTo>
                <a:lnTo>
                  <a:pt x="496971" y="7510243"/>
                </a:lnTo>
                <a:lnTo>
                  <a:pt x="454028" y="7528891"/>
                </a:lnTo>
                <a:lnTo>
                  <a:pt x="410600" y="7546613"/>
                </a:lnTo>
                <a:lnTo>
                  <a:pt x="366700" y="7563396"/>
                </a:lnTo>
                <a:lnTo>
                  <a:pt x="322340" y="7579229"/>
                </a:lnTo>
                <a:lnTo>
                  <a:pt x="277533" y="7594098"/>
                </a:lnTo>
                <a:lnTo>
                  <a:pt x="232292" y="7607992"/>
                </a:lnTo>
                <a:lnTo>
                  <a:pt x="186628" y="7620898"/>
                </a:lnTo>
                <a:lnTo>
                  <a:pt x="140554" y="7632804"/>
                </a:lnTo>
                <a:lnTo>
                  <a:pt x="94083" y="7643697"/>
                </a:lnTo>
                <a:lnTo>
                  <a:pt x="47228" y="7653565"/>
                </a:lnTo>
                <a:lnTo>
                  <a:pt x="0" y="7662394"/>
                </a:lnTo>
                <a:lnTo>
                  <a:pt x="498206" y="10486612"/>
                </a:lnTo>
                <a:lnTo>
                  <a:pt x="2149787" y="10486612"/>
                </a:lnTo>
                <a:lnTo>
                  <a:pt x="2149787" y="505276"/>
                </a:lnTo>
                <a:lnTo>
                  <a:pt x="2095428" y="478518"/>
                </a:lnTo>
                <a:lnTo>
                  <a:pt x="2053326" y="458324"/>
                </a:lnTo>
                <a:lnTo>
                  <a:pt x="2011031" y="438468"/>
                </a:lnTo>
                <a:lnTo>
                  <a:pt x="1968547" y="418950"/>
                </a:lnTo>
                <a:lnTo>
                  <a:pt x="1883018" y="380942"/>
                </a:lnTo>
                <a:lnTo>
                  <a:pt x="1796750" y="344313"/>
                </a:lnTo>
                <a:lnTo>
                  <a:pt x="1709759" y="309077"/>
                </a:lnTo>
                <a:lnTo>
                  <a:pt x="1622058" y="275248"/>
                </a:lnTo>
                <a:lnTo>
                  <a:pt x="1533661" y="242840"/>
                </a:lnTo>
                <a:lnTo>
                  <a:pt x="1444583" y="211867"/>
                </a:lnTo>
                <a:lnTo>
                  <a:pt x="1354836" y="182343"/>
                </a:lnTo>
                <a:lnTo>
                  <a:pt x="1264436" y="154283"/>
                </a:lnTo>
                <a:lnTo>
                  <a:pt x="1173397" y="127699"/>
                </a:lnTo>
                <a:lnTo>
                  <a:pt x="1081731" y="102607"/>
                </a:lnTo>
                <a:lnTo>
                  <a:pt x="989453" y="79019"/>
                </a:lnTo>
                <a:lnTo>
                  <a:pt x="896578" y="56951"/>
                </a:lnTo>
                <a:lnTo>
                  <a:pt x="803119" y="36415"/>
                </a:lnTo>
                <a:lnTo>
                  <a:pt x="709089" y="17427"/>
                </a:lnTo>
                <a:lnTo>
                  <a:pt x="614504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86;g262c7b5cacb_0_137">
            <a:extLst>
              <a:ext uri="{FF2B5EF4-FFF2-40B4-BE49-F238E27FC236}">
                <a16:creationId xmlns:a16="http://schemas.microsoft.com/office/drawing/2014/main" id="{A1CAFB90-B7C0-33DC-6EEB-EA504F4BA6D9}"/>
              </a:ext>
            </a:extLst>
          </p:cNvPr>
          <p:cNvSpPr/>
          <p:nvPr/>
        </p:nvSpPr>
        <p:spPr>
          <a:xfrm>
            <a:off x="7233492" y="501592"/>
            <a:ext cx="3208696" cy="6355763"/>
          </a:xfrm>
          <a:custGeom>
            <a:avLst/>
            <a:gdLst/>
            <a:ahLst/>
            <a:cxnLst/>
            <a:rect l="l" t="t" r="r" b="b"/>
            <a:pathLst>
              <a:path w="5289550" h="10477500" extrusionOk="0">
                <a:moveTo>
                  <a:pt x="4674758" y="0"/>
                </a:moveTo>
                <a:lnTo>
                  <a:pt x="4627397" y="0"/>
                </a:lnTo>
                <a:lnTo>
                  <a:pt x="4486144" y="38100"/>
                </a:lnTo>
                <a:lnTo>
                  <a:pt x="4439343" y="38100"/>
                </a:lnTo>
                <a:lnTo>
                  <a:pt x="3844682" y="203200"/>
                </a:lnTo>
                <a:lnTo>
                  <a:pt x="3800059" y="228600"/>
                </a:lnTo>
                <a:lnTo>
                  <a:pt x="3667208" y="266700"/>
                </a:lnTo>
                <a:lnTo>
                  <a:pt x="3623270" y="292100"/>
                </a:lnTo>
                <a:lnTo>
                  <a:pt x="3535922" y="317500"/>
                </a:lnTo>
                <a:lnTo>
                  <a:pt x="3492516" y="342900"/>
                </a:lnTo>
                <a:lnTo>
                  <a:pt x="3449291" y="355600"/>
                </a:lnTo>
                <a:lnTo>
                  <a:pt x="3406249" y="381000"/>
                </a:lnTo>
                <a:lnTo>
                  <a:pt x="3363391" y="393700"/>
                </a:lnTo>
                <a:lnTo>
                  <a:pt x="3320719" y="419100"/>
                </a:lnTo>
                <a:lnTo>
                  <a:pt x="3278235" y="431800"/>
                </a:lnTo>
                <a:lnTo>
                  <a:pt x="3235941" y="457200"/>
                </a:lnTo>
                <a:lnTo>
                  <a:pt x="3193839" y="469900"/>
                </a:lnTo>
                <a:lnTo>
                  <a:pt x="3110215" y="520700"/>
                </a:lnTo>
                <a:lnTo>
                  <a:pt x="3068697" y="533400"/>
                </a:lnTo>
                <a:lnTo>
                  <a:pt x="2945340" y="609600"/>
                </a:lnTo>
                <a:lnTo>
                  <a:pt x="2904626" y="622300"/>
                </a:lnTo>
                <a:lnTo>
                  <a:pt x="2704173" y="749300"/>
                </a:lnTo>
                <a:lnTo>
                  <a:pt x="2664718" y="762000"/>
                </a:lnTo>
                <a:lnTo>
                  <a:pt x="2470715" y="889000"/>
                </a:lnTo>
                <a:lnTo>
                  <a:pt x="2432582" y="927100"/>
                </a:lnTo>
                <a:lnTo>
                  <a:pt x="2356995" y="977900"/>
                </a:lnTo>
                <a:lnTo>
                  <a:pt x="2208595" y="1079500"/>
                </a:lnTo>
                <a:lnTo>
                  <a:pt x="2172083" y="1117600"/>
                </a:lnTo>
                <a:lnTo>
                  <a:pt x="2099776" y="1168400"/>
                </a:lnTo>
                <a:lnTo>
                  <a:pt x="2063984" y="1206500"/>
                </a:lnTo>
                <a:lnTo>
                  <a:pt x="1993135" y="1257300"/>
                </a:lnTo>
                <a:lnTo>
                  <a:pt x="1958081" y="1295400"/>
                </a:lnTo>
                <a:lnTo>
                  <a:pt x="1888721" y="1346200"/>
                </a:lnTo>
                <a:lnTo>
                  <a:pt x="1854419" y="1384300"/>
                </a:lnTo>
                <a:lnTo>
                  <a:pt x="1820372" y="1409700"/>
                </a:lnTo>
                <a:lnTo>
                  <a:pt x="1786580" y="1447800"/>
                </a:lnTo>
                <a:lnTo>
                  <a:pt x="1753047" y="1473200"/>
                </a:lnTo>
                <a:lnTo>
                  <a:pt x="1719773" y="1511300"/>
                </a:lnTo>
                <a:lnTo>
                  <a:pt x="1686760" y="1536700"/>
                </a:lnTo>
                <a:lnTo>
                  <a:pt x="1654011" y="1574800"/>
                </a:lnTo>
                <a:lnTo>
                  <a:pt x="1621526" y="1600200"/>
                </a:lnTo>
                <a:lnTo>
                  <a:pt x="1557358" y="1676400"/>
                </a:lnTo>
                <a:lnTo>
                  <a:pt x="1525678" y="1701800"/>
                </a:lnTo>
                <a:lnTo>
                  <a:pt x="1494270" y="1739900"/>
                </a:lnTo>
                <a:lnTo>
                  <a:pt x="1463136" y="1778000"/>
                </a:lnTo>
                <a:lnTo>
                  <a:pt x="1432277" y="1803400"/>
                </a:lnTo>
                <a:lnTo>
                  <a:pt x="1401695" y="1841500"/>
                </a:lnTo>
                <a:lnTo>
                  <a:pt x="1371392" y="1879600"/>
                </a:lnTo>
                <a:lnTo>
                  <a:pt x="1341370" y="1917700"/>
                </a:lnTo>
                <a:lnTo>
                  <a:pt x="1311629" y="1943100"/>
                </a:lnTo>
                <a:lnTo>
                  <a:pt x="1282173" y="1981200"/>
                </a:lnTo>
                <a:lnTo>
                  <a:pt x="1253003" y="2019300"/>
                </a:lnTo>
                <a:lnTo>
                  <a:pt x="1224120" y="2057400"/>
                </a:lnTo>
                <a:lnTo>
                  <a:pt x="1195527" y="2095500"/>
                </a:lnTo>
                <a:lnTo>
                  <a:pt x="1167224" y="2133600"/>
                </a:lnTo>
                <a:lnTo>
                  <a:pt x="1139215" y="2159000"/>
                </a:lnTo>
                <a:lnTo>
                  <a:pt x="1111500" y="2197100"/>
                </a:lnTo>
                <a:lnTo>
                  <a:pt x="1084081" y="2235200"/>
                </a:lnTo>
                <a:lnTo>
                  <a:pt x="1056960" y="2273300"/>
                </a:lnTo>
                <a:lnTo>
                  <a:pt x="1030139" y="2311400"/>
                </a:lnTo>
                <a:lnTo>
                  <a:pt x="1003620" y="2349500"/>
                </a:lnTo>
                <a:lnTo>
                  <a:pt x="977404" y="2387600"/>
                </a:lnTo>
                <a:lnTo>
                  <a:pt x="951493" y="2425700"/>
                </a:lnTo>
                <a:lnTo>
                  <a:pt x="925888" y="2463800"/>
                </a:lnTo>
                <a:lnTo>
                  <a:pt x="900593" y="2501900"/>
                </a:lnTo>
                <a:lnTo>
                  <a:pt x="875607" y="2540000"/>
                </a:lnTo>
                <a:lnTo>
                  <a:pt x="850934" y="2590800"/>
                </a:lnTo>
                <a:lnTo>
                  <a:pt x="826574" y="2628900"/>
                </a:lnTo>
                <a:lnTo>
                  <a:pt x="802530" y="2667000"/>
                </a:lnTo>
                <a:lnTo>
                  <a:pt x="778803" y="2705100"/>
                </a:lnTo>
                <a:lnTo>
                  <a:pt x="755396" y="2743200"/>
                </a:lnTo>
                <a:lnTo>
                  <a:pt x="732309" y="2781300"/>
                </a:lnTo>
                <a:lnTo>
                  <a:pt x="709544" y="2819400"/>
                </a:lnTo>
                <a:lnTo>
                  <a:pt x="687104" y="2870200"/>
                </a:lnTo>
                <a:lnTo>
                  <a:pt x="664990" y="2908300"/>
                </a:lnTo>
                <a:lnTo>
                  <a:pt x="643203" y="2946400"/>
                </a:lnTo>
                <a:lnTo>
                  <a:pt x="621746" y="2984500"/>
                </a:lnTo>
                <a:lnTo>
                  <a:pt x="600621" y="3035300"/>
                </a:lnTo>
                <a:lnTo>
                  <a:pt x="579828" y="3073400"/>
                </a:lnTo>
                <a:lnTo>
                  <a:pt x="559370" y="3111500"/>
                </a:lnTo>
                <a:lnTo>
                  <a:pt x="539249" y="3162300"/>
                </a:lnTo>
                <a:lnTo>
                  <a:pt x="519466" y="3200400"/>
                </a:lnTo>
                <a:lnTo>
                  <a:pt x="500022" y="3238500"/>
                </a:lnTo>
                <a:lnTo>
                  <a:pt x="480921" y="3289300"/>
                </a:lnTo>
                <a:lnTo>
                  <a:pt x="462163" y="3327400"/>
                </a:lnTo>
                <a:lnTo>
                  <a:pt x="443750" y="3365500"/>
                </a:lnTo>
                <a:lnTo>
                  <a:pt x="425685" y="3416300"/>
                </a:lnTo>
                <a:lnTo>
                  <a:pt x="407968" y="3454400"/>
                </a:lnTo>
                <a:lnTo>
                  <a:pt x="390601" y="3505200"/>
                </a:lnTo>
                <a:lnTo>
                  <a:pt x="373587" y="3543300"/>
                </a:lnTo>
                <a:lnTo>
                  <a:pt x="356927" y="3594100"/>
                </a:lnTo>
                <a:lnTo>
                  <a:pt x="340623" y="3632200"/>
                </a:lnTo>
                <a:lnTo>
                  <a:pt x="324676" y="3683000"/>
                </a:lnTo>
                <a:lnTo>
                  <a:pt x="309088" y="3721100"/>
                </a:lnTo>
                <a:lnTo>
                  <a:pt x="293861" y="3771900"/>
                </a:lnTo>
                <a:lnTo>
                  <a:pt x="278997" y="3810000"/>
                </a:lnTo>
                <a:lnTo>
                  <a:pt x="264498" y="3860800"/>
                </a:lnTo>
                <a:lnTo>
                  <a:pt x="250364" y="3898900"/>
                </a:lnTo>
                <a:lnTo>
                  <a:pt x="236599" y="3949700"/>
                </a:lnTo>
                <a:lnTo>
                  <a:pt x="223203" y="3987800"/>
                </a:lnTo>
                <a:lnTo>
                  <a:pt x="210179" y="4038600"/>
                </a:lnTo>
                <a:lnTo>
                  <a:pt x="197528" y="4089400"/>
                </a:lnTo>
                <a:lnTo>
                  <a:pt x="185252" y="4127500"/>
                </a:lnTo>
                <a:lnTo>
                  <a:pt x="173353" y="4178300"/>
                </a:lnTo>
                <a:lnTo>
                  <a:pt x="161832" y="4216400"/>
                </a:lnTo>
                <a:lnTo>
                  <a:pt x="150691" y="4267200"/>
                </a:lnTo>
                <a:lnTo>
                  <a:pt x="139932" y="4318000"/>
                </a:lnTo>
                <a:lnTo>
                  <a:pt x="129557" y="4356100"/>
                </a:lnTo>
                <a:lnTo>
                  <a:pt x="119568" y="4406900"/>
                </a:lnTo>
                <a:lnTo>
                  <a:pt x="109966" y="4457700"/>
                </a:lnTo>
                <a:lnTo>
                  <a:pt x="100752" y="4495800"/>
                </a:lnTo>
                <a:lnTo>
                  <a:pt x="91930" y="4546600"/>
                </a:lnTo>
                <a:lnTo>
                  <a:pt x="83499" y="4597400"/>
                </a:lnTo>
                <a:lnTo>
                  <a:pt x="75463" y="4648200"/>
                </a:lnTo>
                <a:lnTo>
                  <a:pt x="67823" y="4686300"/>
                </a:lnTo>
                <a:lnTo>
                  <a:pt x="60581" y="4737100"/>
                </a:lnTo>
                <a:lnTo>
                  <a:pt x="53738" y="4787900"/>
                </a:lnTo>
                <a:lnTo>
                  <a:pt x="47296" y="4838700"/>
                </a:lnTo>
                <a:lnTo>
                  <a:pt x="41257" y="4889500"/>
                </a:lnTo>
                <a:lnTo>
                  <a:pt x="35623" y="4927600"/>
                </a:lnTo>
                <a:lnTo>
                  <a:pt x="30395" y="4978400"/>
                </a:lnTo>
                <a:lnTo>
                  <a:pt x="25575" y="5029200"/>
                </a:lnTo>
                <a:lnTo>
                  <a:pt x="21166" y="5080000"/>
                </a:lnTo>
                <a:lnTo>
                  <a:pt x="17168" y="5130800"/>
                </a:lnTo>
                <a:lnTo>
                  <a:pt x="13583" y="5168900"/>
                </a:lnTo>
                <a:lnTo>
                  <a:pt x="10414" y="5219700"/>
                </a:lnTo>
                <a:lnTo>
                  <a:pt x="7661" y="5270500"/>
                </a:lnTo>
                <a:lnTo>
                  <a:pt x="5327" y="5321300"/>
                </a:lnTo>
                <a:lnTo>
                  <a:pt x="3414" y="5372100"/>
                </a:lnTo>
                <a:lnTo>
                  <a:pt x="1923" y="5422900"/>
                </a:lnTo>
                <a:lnTo>
                  <a:pt x="855" y="5473700"/>
                </a:lnTo>
                <a:lnTo>
                  <a:pt x="214" y="5524500"/>
                </a:lnTo>
                <a:lnTo>
                  <a:pt x="0" y="5575300"/>
                </a:lnTo>
                <a:lnTo>
                  <a:pt x="214" y="5626100"/>
                </a:lnTo>
                <a:lnTo>
                  <a:pt x="855" y="5664200"/>
                </a:lnTo>
                <a:lnTo>
                  <a:pt x="1923" y="5715000"/>
                </a:lnTo>
                <a:lnTo>
                  <a:pt x="3414" y="5765800"/>
                </a:lnTo>
                <a:lnTo>
                  <a:pt x="5327" y="5816600"/>
                </a:lnTo>
                <a:lnTo>
                  <a:pt x="7661" y="5867400"/>
                </a:lnTo>
                <a:lnTo>
                  <a:pt x="10414" y="5918200"/>
                </a:lnTo>
                <a:lnTo>
                  <a:pt x="13583" y="5969000"/>
                </a:lnTo>
                <a:lnTo>
                  <a:pt x="17168" y="6019800"/>
                </a:lnTo>
                <a:lnTo>
                  <a:pt x="21166" y="6057900"/>
                </a:lnTo>
                <a:lnTo>
                  <a:pt x="25575" y="6108700"/>
                </a:lnTo>
                <a:lnTo>
                  <a:pt x="30395" y="6159500"/>
                </a:lnTo>
                <a:lnTo>
                  <a:pt x="35623" y="6210300"/>
                </a:lnTo>
                <a:lnTo>
                  <a:pt x="41257" y="6261100"/>
                </a:lnTo>
                <a:lnTo>
                  <a:pt x="47296" y="6299200"/>
                </a:lnTo>
                <a:lnTo>
                  <a:pt x="53738" y="6350000"/>
                </a:lnTo>
                <a:lnTo>
                  <a:pt x="60581" y="6400800"/>
                </a:lnTo>
                <a:lnTo>
                  <a:pt x="67823" y="6451600"/>
                </a:lnTo>
                <a:lnTo>
                  <a:pt x="75463" y="6502400"/>
                </a:lnTo>
                <a:lnTo>
                  <a:pt x="83499" y="6540500"/>
                </a:lnTo>
                <a:lnTo>
                  <a:pt x="91930" y="6591300"/>
                </a:lnTo>
                <a:lnTo>
                  <a:pt x="100752" y="6642100"/>
                </a:lnTo>
                <a:lnTo>
                  <a:pt x="109966" y="6680200"/>
                </a:lnTo>
                <a:lnTo>
                  <a:pt x="119568" y="6731000"/>
                </a:lnTo>
                <a:lnTo>
                  <a:pt x="129557" y="6781800"/>
                </a:lnTo>
                <a:lnTo>
                  <a:pt x="139932" y="6819900"/>
                </a:lnTo>
                <a:lnTo>
                  <a:pt x="150691" y="6870700"/>
                </a:lnTo>
                <a:lnTo>
                  <a:pt x="161832" y="6921500"/>
                </a:lnTo>
                <a:lnTo>
                  <a:pt x="173353" y="6959600"/>
                </a:lnTo>
                <a:lnTo>
                  <a:pt x="185252" y="7010400"/>
                </a:lnTo>
                <a:lnTo>
                  <a:pt x="197528" y="7061200"/>
                </a:lnTo>
                <a:lnTo>
                  <a:pt x="210179" y="7099300"/>
                </a:lnTo>
                <a:lnTo>
                  <a:pt x="223203" y="7150100"/>
                </a:lnTo>
                <a:lnTo>
                  <a:pt x="236599" y="7188200"/>
                </a:lnTo>
                <a:lnTo>
                  <a:pt x="250364" y="7239000"/>
                </a:lnTo>
                <a:lnTo>
                  <a:pt x="264498" y="7289800"/>
                </a:lnTo>
                <a:lnTo>
                  <a:pt x="278997" y="7327900"/>
                </a:lnTo>
                <a:lnTo>
                  <a:pt x="293861" y="7378700"/>
                </a:lnTo>
                <a:lnTo>
                  <a:pt x="309088" y="7416800"/>
                </a:lnTo>
                <a:lnTo>
                  <a:pt x="324676" y="7467600"/>
                </a:lnTo>
                <a:lnTo>
                  <a:pt x="340623" y="7505700"/>
                </a:lnTo>
                <a:lnTo>
                  <a:pt x="356927" y="7556500"/>
                </a:lnTo>
                <a:lnTo>
                  <a:pt x="373587" y="7594600"/>
                </a:lnTo>
                <a:lnTo>
                  <a:pt x="390601" y="7645400"/>
                </a:lnTo>
                <a:lnTo>
                  <a:pt x="407968" y="7683500"/>
                </a:lnTo>
                <a:lnTo>
                  <a:pt x="425685" y="7721600"/>
                </a:lnTo>
                <a:lnTo>
                  <a:pt x="443750" y="7772400"/>
                </a:lnTo>
                <a:lnTo>
                  <a:pt x="462163" y="7810500"/>
                </a:lnTo>
                <a:lnTo>
                  <a:pt x="480921" y="7861300"/>
                </a:lnTo>
                <a:lnTo>
                  <a:pt x="500022" y="7899400"/>
                </a:lnTo>
                <a:lnTo>
                  <a:pt x="519466" y="7937500"/>
                </a:lnTo>
                <a:lnTo>
                  <a:pt x="539249" y="7988300"/>
                </a:lnTo>
                <a:lnTo>
                  <a:pt x="559370" y="8026400"/>
                </a:lnTo>
                <a:lnTo>
                  <a:pt x="579828" y="8064500"/>
                </a:lnTo>
                <a:lnTo>
                  <a:pt x="600621" y="8115300"/>
                </a:lnTo>
                <a:lnTo>
                  <a:pt x="621746" y="8153400"/>
                </a:lnTo>
                <a:lnTo>
                  <a:pt x="643203" y="8191500"/>
                </a:lnTo>
                <a:lnTo>
                  <a:pt x="664990" y="8229600"/>
                </a:lnTo>
                <a:lnTo>
                  <a:pt x="687104" y="8280400"/>
                </a:lnTo>
                <a:lnTo>
                  <a:pt x="709544" y="8318500"/>
                </a:lnTo>
                <a:lnTo>
                  <a:pt x="732309" y="8356600"/>
                </a:lnTo>
                <a:lnTo>
                  <a:pt x="755396" y="8394700"/>
                </a:lnTo>
                <a:lnTo>
                  <a:pt x="778803" y="8432800"/>
                </a:lnTo>
                <a:lnTo>
                  <a:pt x="802530" y="8470900"/>
                </a:lnTo>
                <a:lnTo>
                  <a:pt x="826574" y="8521700"/>
                </a:lnTo>
                <a:lnTo>
                  <a:pt x="850934" y="8559800"/>
                </a:lnTo>
                <a:lnTo>
                  <a:pt x="875607" y="8597900"/>
                </a:lnTo>
                <a:lnTo>
                  <a:pt x="900593" y="8636000"/>
                </a:lnTo>
                <a:lnTo>
                  <a:pt x="925888" y="8674100"/>
                </a:lnTo>
                <a:lnTo>
                  <a:pt x="951493" y="8712200"/>
                </a:lnTo>
                <a:lnTo>
                  <a:pt x="977404" y="8750300"/>
                </a:lnTo>
                <a:lnTo>
                  <a:pt x="1003620" y="8788400"/>
                </a:lnTo>
                <a:lnTo>
                  <a:pt x="1030139" y="8826500"/>
                </a:lnTo>
                <a:lnTo>
                  <a:pt x="1056960" y="8864600"/>
                </a:lnTo>
                <a:lnTo>
                  <a:pt x="1084081" y="8902700"/>
                </a:lnTo>
                <a:lnTo>
                  <a:pt x="1111500" y="8940800"/>
                </a:lnTo>
                <a:lnTo>
                  <a:pt x="1139215" y="8978900"/>
                </a:lnTo>
                <a:lnTo>
                  <a:pt x="1167224" y="9017000"/>
                </a:lnTo>
                <a:lnTo>
                  <a:pt x="1195527" y="9042400"/>
                </a:lnTo>
                <a:lnTo>
                  <a:pt x="1224120" y="9080500"/>
                </a:lnTo>
                <a:lnTo>
                  <a:pt x="1253003" y="9118600"/>
                </a:lnTo>
                <a:lnTo>
                  <a:pt x="1282173" y="9156700"/>
                </a:lnTo>
                <a:lnTo>
                  <a:pt x="1311629" y="9194800"/>
                </a:lnTo>
                <a:lnTo>
                  <a:pt x="1341370" y="9232900"/>
                </a:lnTo>
                <a:lnTo>
                  <a:pt x="1371392" y="9258300"/>
                </a:lnTo>
                <a:lnTo>
                  <a:pt x="1401695" y="9296400"/>
                </a:lnTo>
                <a:lnTo>
                  <a:pt x="1432277" y="9334500"/>
                </a:lnTo>
                <a:lnTo>
                  <a:pt x="1463136" y="9372600"/>
                </a:lnTo>
                <a:lnTo>
                  <a:pt x="1494270" y="9398000"/>
                </a:lnTo>
                <a:lnTo>
                  <a:pt x="1525678" y="9436100"/>
                </a:lnTo>
                <a:lnTo>
                  <a:pt x="1557358" y="9474200"/>
                </a:lnTo>
                <a:lnTo>
                  <a:pt x="1589308" y="9499600"/>
                </a:lnTo>
                <a:lnTo>
                  <a:pt x="1621526" y="9537700"/>
                </a:lnTo>
                <a:lnTo>
                  <a:pt x="1654011" y="9563100"/>
                </a:lnTo>
                <a:lnTo>
                  <a:pt x="1686760" y="9601200"/>
                </a:lnTo>
                <a:lnTo>
                  <a:pt x="1719773" y="9626600"/>
                </a:lnTo>
                <a:lnTo>
                  <a:pt x="1753047" y="9664700"/>
                </a:lnTo>
                <a:lnTo>
                  <a:pt x="1786580" y="9690100"/>
                </a:lnTo>
                <a:lnTo>
                  <a:pt x="1820372" y="9728200"/>
                </a:lnTo>
                <a:lnTo>
                  <a:pt x="1854419" y="9753600"/>
                </a:lnTo>
                <a:lnTo>
                  <a:pt x="1888721" y="9791700"/>
                </a:lnTo>
                <a:lnTo>
                  <a:pt x="1923276" y="9817100"/>
                </a:lnTo>
                <a:lnTo>
                  <a:pt x="1958081" y="9855200"/>
                </a:lnTo>
                <a:lnTo>
                  <a:pt x="2028437" y="9906000"/>
                </a:lnTo>
                <a:lnTo>
                  <a:pt x="2063984" y="9944100"/>
                </a:lnTo>
                <a:lnTo>
                  <a:pt x="2135809" y="9994900"/>
                </a:lnTo>
                <a:lnTo>
                  <a:pt x="2172083" y="10033000"/>
                </a:lnTo>
                <a:lnTo>
                  <a:pt x="2208595" y="10058400"/>
                </a:lnTo>
                <a:lnTo>
                  <a:pt x="2356995" y="10160000"/>
                </a:lnTo>
                <a:lnTo>
                  <a:pt x="2394674" y="10198100"/>
                </a:lnTo>
                <a:lnTo>
                  <a:pt x="2547655" y="10299700"/>
                </a:lnTo>
                <a:lnTo>
                  <a:pt x="2743843" y="10426700"/>
                </a:lnTo>
                <a:lnTo>
                  <a:pt x="2783724" y="10439400"/>
                </a:lnTo>
                <a:lnTo>
                  <a:pt x="2823817" y="10464800"/>
                </a:lnTo>
                <a:lnTo>
                  <a:pt x="2851512" y="10477500"/>
                </a:lnTo>
                <a:lnTo>
                  <a:pt x="4791058" y="10477500"/>
                </a:lnTo>
                <a:lnTo>
                  <a:pt x="5289273" y="7658100"/>
                </a:lnTo>
                <a:lnTo>
                  <a:pt x="5242045" y="7645400"/>
                </a:lnTo>
                <a:lnTo>
                  <a:pt x="5195189" y="7645400"/>
                </a:lnTo>
                <a:lnTo>
                  <a:pt x="4966932" y="7581900"/>
                </a:lnTo>
                <a:lnTo>
                  <a:pt x="4922573" y="7556500"/>
                </a:lnTo>
                <a:lnTo>
                  <a:pt x="4835245" y="7531100"/>
                </a:lnTo>
                <a:lnTo>
                  <a:pt x="4792301" y="7505700"/>
                </a:lnTo>
                <a:lnTo>
                  <a:pt x="4749855" y="7493000"/>
                </a:lnTo>
                <a:lnTo>
                  <a:pt x="4666503" y="7442200"/>
                </a:lnTo>
                <a:lnTo>
                  <a:pt x="4625622" y="7429500"/>
                </a:lnTo>
                <a:lnTo>
                  <a:pt x="4545515" y="7378700"/>
                </a:lnTo>
                <a:lnTo>
                  <a:pt x="4467694" y="7327900"/>
                </a:lnTo>
                <a:lnTo>
                  <a:pt x="4429672" y="7302500"/>
                </a:lnTo>
                <a:lnTo>
                  <a:pt x="4392260" y="7277100"/>
                </a:lnTo>
                <a:lnTo>
                  <a:pt x="4355470" y="7239000"/>
                </a:lnTo>
                <a:lnTo>
                  <a:pt x="4319313" y="7213600"/>
                </a:lnTo>
                <a:lnTo>
                  <a:pt x="4283803" y="7188200"/>
                </a:lnTo>
                <a:lnTo>
                  <a:pt x="4248952" y="7150100"/>
                </a:lnTo>
                <a:lnTo>
                  <a:pt x="4214773" y="7124700"/>
                </a:lnTo>
                <a:lnTo>
                  <a:pt x="4181278" y="7099300"/>
                </a:lnTo>
                <a:lnTo>
                  <a:pt x="4148479" y="7061200"/>
                </a:lnTo>
                <a:lnTo>
                  <a:pt x="4116389" y="7023100"/>
                </a:lnTo>
                <a:lnTo>
                  <a:pt x="4085021" y="6997700"/>
                </a:lnTo>
                <a:lnTo>
                  <a:pt x="4054386" y="6959600"/>
                </a:lnTo>
                <a:lnTo>
                  <a:pt x="4024498" y="6921500"/>
                </a:lnTo>
                <a:lnTo>
                  <a:pt x="3995368" y="6883400"/>
                </a:lnTo>
                <a:lnTo>
                  <a:pt x="3967010" y="6845300"/>
                </a:lnTo>
                <a:lnTo>
                  <a:pt x="3939435" y="6819900"/>
                </a:lnTo>
                <a:lnTo>
                  <a:pt x="3912656" y="6781800"/>
                </a:lnTo>
                <a:lnTo>
                  <a:pt x="3886687" y="6743700"/>
                </a:lnTo>
                <a:lnTo>
                  <a:pt x="3861538" y="6705600"/>
                </a:lnTo>
                <a:lnTo>
                  <a:pt x="3837223" y="6654800"/>
                </a:lnTo>
                <a:lnTo>
                  <a:pt x="3813753" y="6616700"/>
                </a:lnTo>
                <a:lnTo>
                  <a:pt x="3791143" y="6578600"/>
                </a:lnTo>
                <a:lnTo>
                  <a:pt x="3769403" y="6540500"/>
                </a:lnTo>
                <a:lnTo>
                  <a:pt x="3748547" y="6502400"/>
                </a:lnTo>
                <a:lnTo>
                  <a:pt x="3728586" y="6451600"/>
                </a:lnTo>
                <a:lnTo>
                  <a:pt x="3709534" y="6413500"/>
                </a:lnTo>
                <a:lnTo>
                  <a:pt x="3691403" y="6362700"/>
                </a:lnTo>
                <a:lnTo>
                  <a:pt x="3674205" y="6324600"/>
                </a:lnTo>
                <a:lnTo>
                  <a:pt x="3657953" y="6286500"/>
                </a:lnTo>
                <a:lnTo>
                  <a:pt x="3642659" y="6235700"/>
                </a:lnTo>
                <a:lnTo>
                  <a:pt x="3628335" y="6184900"/>
                </a:lnTo>
                <a:lnTo>
                  <a:pt x="3614995" y="6146800"/>
                </a:lnTo>
                <a:lnTo>
                  <a:pt x="3602650" y="6096000"/>
                </a:lnTo>
                <a:lnTo>
                  <a:pt x="3591314" y="6057900"/>
                </a:lnTo>
                <a:lnTo>
                  <a:pt x="3580997" y="6007100"/>
                </a:lnTo>
                <a:lnTo>
                  <a:pt x="3571714" y="5956300"/>
                </a:lnTo>
                <a:lnTo>
                  <a:pt x="3563477" y="5905500"/>
                </a:lnTo>
                <a:lnTo>
                  <a:pt x="3556297" y="5867400"/>
                </a:lnTo>
                <a:lnTo>
                  <a:pt x="3550188" y="5816600"/>
                </a:lnTo>
                <a:lnTo>
                  <a:pt x="3545161" y="5765800"/>
                </a:lnTo>
                <a:lnTo>
                  <a:pt x="3541230" y="5715000"/>
                </a:lnTo>
                <a:lnTo>
                  <a:pt x="3538406" y="5664200"/>
                </a:lnTo>
                <a:lnTo>
                  <a:pt x="3536703" y="5626100"/>
                </a:lnTo>
                <a:lnTo>
                  <a:pt x="3536133" y="5575300"/>
                </a:lnTo>
                <a:lnTo>
                  <a:pt x="3536703" y="5524500"/>
                </a:lnTo>
                <a:lnTo>
                  <a:pt x="3538406" y="5473700"/>
                </a:lnTo>
                <a:lnTo>
                  <a:pt x="3541230" y="5422900"/>
                </a:lnTo>
                <a:lnTo>
                  <a:pt x="3545161" y="5372100"/>
                </a:lnTo>
                <a:lnTo>
                  <a:pt x="3550188" y="5321300"/>
                </a:lnTo>
                <a:lnTo>
                  <a:pt x="3556297" y="5270500"/>
                </a:lnTo>
                <a:lnTo>
                  <a:pt x="3563477" y="5232400"/>
                </a:lnTo>
                <a:lnTo>
                  <a:pt x="3571714" y="5181600"/>
                </a:lnTo>
                <a:lnTo>
                  <a:pt x="3580997" y="5130800"/>
                </a:lnTo>
                <a:lnTo>
                  <a:pt x="3591314" y="5092700"/>
                </a:lnTo>
                <a:lnTo>
                  <a:pt x="3602650" y="5041900"/>
                </a:lnTo>
                <a:lnTo>
                  <a:pt x="3614995" y="4991100"/>
                </a:lnTo>
                <a:lnTo>
                  <a:pt x="3628335" y="4953000"/>
                </a:lnTo>
                <a:lnTo>
                  <a:pt x="3642659" y="4902200"/>
                </a:lnTo>
                <a:lnTo>
                  <a:pt x="3657953" y="4864100"/>
                </a:lnTo>
                <a:lnTo>
                  <a:pt x="3674205" y="4813300"/>
                </a:lnTo>
                <a:lnTo>
                  <a:pt x="3691403" y="4775200"/>
                </a:lnTo>
                <a:lnTo>
                  <a:pt x="3709534" y="4724400"/>
                </a:lnTo>
                <a:lnTo>
                  <a:pt x="3728586" y="4686300"/>
                </a:lnTo>
                <a:lnTo>
                  <a:pt x="3748547" y="4648200"/>
                </a:lnTo>
                <a:lnTo>
                  <a:pt x="3769403" y="4597400"/>
                </a:lnTo>
                <a:lnTo>
                  <a:pt x="3791143" y="4559300"/>
                </a:lnTo>
                <a:lnTo>
                  <a:pt x="3813753" y="4521200"/>
                </a:lnTo>
                <a:lnTo>
                  <a:pt x="3837223" y="4483100"/>
                </a:lnTo>
                <a:lnTo>
                  <a:pt x="3861538" y="4445000"/>
                </a:lnTo>
                <a:lnTo>
                  <a:pt x="3886687" y="4406900"/>
                </a:lnTo>
                <a:lnTo>
                  <a:pt x="3912656" y="4368800"/>
                </a:lnTo>
                <a:lnTo>
                  <a:pt x="3939435" y="4330700"/>
                </a:lnTo>
                <a:lnTo>
                  <a:pt x="3967010" y="4292600"/>
                </a:lnTo>
                <a:lnTo>
                  <a:pt x="3995368" y="4254500"/>
                </a:lnTo>
                <a:lnTo>
                  <a:pt x="4024498" y="4216400"/>
                </a:lnTo>
                <a:lnTo>
                  <a:pt x="4054386" y="4178300"/>
                </a:lnTo>
                <a:lnTo>
                  <a:pt x="4085021" y="4152900"/>
                </a:lnTo>
                <a:lnTo>
                  <a:pt x="4116389" y="4114800"/>
                </a:lnTo>
                <a:lnTo>
                  <a:pt x="4148479" y="4076700"/>
                </a:lnTo>
                <a:lnTo>
                  <a:pt x="4181278" y="4051300"/>
                </a:lnTo>
                <a:lnTo>
                  <a:pt x="4214773" y="4013200"/>
                </a:lnTo>
                <a:lnTo>
                  <a:pt x="4248952" y="3987800"/>
                </a:lnTo>
                <a:lnTo>
                  <a:pt x="4283803" y="3949700"/>
                </a:lnTo>
                <a:lnTo>
                  <a:pt x="4319313" y="3924300"/>
                </a:lnTo>
                <a:lnTo>
                  <a:pt x="4355470" y="3898900"/>
                </a:lnTo>
                <a:lnTo>
                  <a:pt x="4392260" y="3873500"/>
                </a:lnTo>
                <a:lnTo>
                  <a:pt x="4429672" y="3835400"/>
                </a:lnTo>
                <a:lnTo>
                  <a:pt x="4467694" y="3810000"/>
                </a:lnTo>
                <a:lnTo>
                  <a:pt x="4545515" y="3759200"/>
                </a:lnTo>
                <a:lnTo>
                  <a:pt x="4585289" y="3733800"/>
                </a:lnTo>
                <a:lnTo>
                  <a:pt x="4625622" y="3721100"/>
                </a:lnTo>
                <a:lnTo>
                  <a:pt x="4707918" y="3670300"/>
                </a:lnTo>
                <a:lnTo>
                  <a:pt x="4749855" y="3657600"/>
                </a:lnTo>
                <a:lnTo>
                  <a:pt x="4792301" y="3632200"/>
                </a:lnTo>
                <a:lnTo>
                  <a:pt x="4835245" y="3619500"/>
                </a:lnTo>
                <a:lnTo>
                  <a:pt x="4878673" y="3594100"/>
                </a:lnTo>
                <a:lnTo>
                  <a:pt x="4966932" y="3568700"/>
                </a:lnTo>
                <a:lnTo>
                  <a:pt x="5011739" y="3543300"/>
                </a:lnTo>
                <a:lnTo>
                  <a:pt x="5148718" y="3505200"/>
                </a:lnTo>
                <a:lnTo>
                  <a:pt x="5195189" y="3505200"/>
                </a:lnTo>
                <a:lnTo>
                  <a:pt x="5289273" y="3479800"/>
                </a:lnTo>
                <a:lnTo>
                  <a:pt x="467475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endParaRPr sz="10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87;g262c7b5cacb_0_137">
            <a:extLst>
              <a:ext uri="{FF2B5EF4-FFF2-40B4-BE49-F238E27FC236}">
                <a16:creationId xmlns:a16="http://schemas.microsoft.com/office/drawing/2014/main" id="{F985A641-08BB-CDDE-CD25-F40D4F507B8F}"/>
              </a:ext>
            </a:extLst>
          </p:cNvPr>
          <p:cNvSpPr txBox="1">
            <a:spLocks/>
          </p:cNvSpPr>
          <p:nvPr/>
        </p:nvSpPr>
        <p:spPr>
          <a:xfrm>
            <a:off x="579665" y="2397402"/>
            <a:ext cx="6505497" cy="33362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61595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3600" dirty="0">
                <a:latin typeface="Poppins"/>
                <a:ea typeface="Poppins"/>
                <a:cs typeface="Poppins"/>
                <a:sym typeface="Poppins"/>
              </a:rPr>
              <a:t>Digital brand health report</a:t>
            </a:r>
          </a:p>
          <a:p>
            <a:pPr>
              <a:lnSpc>
                <a:spcPct val="150000"/>
              </a:lnSpc>
            </a:pPr>
            <a:r>
              <a:rPr lang="en-IN" sz="3600" dirty="0"/>
              <a:t>{{BRAND}}</a:t>
            </a:r>
            <a:br>
              <a:rPr lang="en-IN" sz="3600" dirty="0"/>
            </a:br>
            <a:br>
              <a:rPr lang="en-IN" sz="3600" dirty="0"/>
            </a:br>
            <a:r>
              <a:rPr lang="en-IN" sz="3600" dirty="0"/>
              <a:t>{{MONTH}}</a:t>
            </a:r>
            <a:endParaRPr lang="en-US" sz="3600" dirty="0"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pic>
        <p:nvPicPr>
          <p:cNvPr id="7" name="Google Shape;88;g262c7b5cacb_0_137">
            <a:extLst>
              <a:ext uri="{FF2B5EF4-FFF2-40B4-BE49-F238E27FC236}">
                <a16:creationId xmlns:a16="http://schemas.microsoft.com/office/drawing/2014/main" id="{0FDC74DD-3776-F636-EE57-49F9D22D42E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5329" y="512971"/>
            <a:ext cx="2628556" cy="65843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051939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Poppins</vt:lpstr>
      <vt:lpstr>Poppins SemiBold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Mudit Singhvi</dc:creator>
  <cp:lastModifiedBy>Utkarsh Ranjan</cp:lastModifiedBy>
  <cp:revision>5</cp:revision>
  <dcterms:created xsi:type="dcterms:W3CDTF">2026-03-05T12:41:39Z</dcterms:created>
  <dcterms:modified xsi:type="dcterms:W3CDTF">2026-03-11T11:27:34Z</dcterms:modified>
</cp:coreProperties>
</file>